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Company orientation</a:t>
          </a:r>
        </a:p>
        <a:p>
          <a:pPr>
            <a:buNone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 tasks</a:t>
          </a:r>
        </a:p>
        <a:p>
          <a:pPr>
            <a:buNone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Backend development using Laravel</a:t>
          </a:r>
        </a:p>
        <a:p>
          <a:pPr>
            <a:buNone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1C76D3A4-CB1A-4C09-98AB-222E17C82028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project requirements</a:t>
          </a:r>
        </a:p>
        <a:p>
          <a:pPr>
            <a:buNone/>
          </a:pP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23ED1D-2638-42A7-88E7-DEBBCB4DF8E9}" type="parTrans" cxnId="{D9C1D030-A0C0-46BF-9D66-59DE07950DAF}">
      <dgm:prSet/>
      <dgm:spPr/>
      <dgm:t>
        <a:bodyPr/>
        <a:lstStyle/>
        <a:p>
          <a:endParaRPr lang="en-IN"/>
        </a:p>
      </dgm:t>
    </dgm:pt>
    <dgm:pt modelId="{04336D21-2DC6-45B2-A21A-A019DDD06681}" type="sibTrans" cxnId="{D9C1D030-A0C0-46BF-9D66-59DE07950DAF}">
      <dgm:prSet/>
      <dgm:spPr/>
      <dgm:t>
        <a:bodyPr/>
        <a:lstStyle/>
        <a:p>
          <a:endParaRPr lang="en-IN"/>
        </a:p>
      </dgm:t>
    </dgm:pt>
    <dgm:pt modelId="{6C4BD321-E65D-4C22-A85E-348B8D98B579}">
      <dgm:prSet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Learning basics of HTML, CSS, JavaScript, PH</a:t>
          </a:r>
          <a:r>
            <a:rPr lang="en-US" dirty="0"/>
            <a:t>P</a:t>
          </a:r>
        </a:p>
      </dgm:t>
    </dgm:pt>
    <dgm:pt modelId="{3C1A0327-4270-4239-8EAE-582F77EA22EC}" type="parTrans" cxnId="{A972B73B-E816-47BC-9255-B0CAB200C133}">
      <dgm:prSet/>
      <dgm:spPr/>
      <dgm:t>
        <a:bodyPr/>
        <a:lstStyle/>
        <a:p>
          <a:endParaRPr lang="en-IN"/>
        </a:p>
      </dgm:t>
    </dgm:pt>
    <dgm:pt modelId="{490065B5-857F-40FC-B557-D091C15E4913}" type="sibTrans" cxnId="{A972B73B-E816-47BC-9255-B0CAB200C133}">
      <dgm:prSet/>
      <dgm:spPr/>
      <dgm:t>
        <a:bodyPr/>
        <a:lstStyle/>
        <a:p>
          <a:endParaRPr lang="en-IN"/>
        </a:p>
      </dgm:t>
    </dgm:pt>
    <dgm:pt modelId="{DE3CF188-EFAB-4474-9F95-94FEF5880CEA}">
      <dgm:prSet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Working with backend basics (PHP, MySQL)</a:t>
          </a:r>
        </a:p>
        <a:p>
          <a:pPr>
            <a:buNone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C88282-1277-45B7-9A4F-9F8F4433A535}" type="parTrans" cxnId="{C76F9DA3-C328-4550-8798-5904BBF502AD}">
      <dgm:prSet/>
      <dgm:spPr/>
      <dgm:t>
        <a:bodyPr/>
        <a:lstStyle/>
        <a:p>
          <a:endParaRPr lang="en-IN"/>
        </a:p>
      </dgm:t>
    </dgm:pt>
    <dgm:pt modelId="{7E7A6C01-DEC9-407B-9DDE-D4A4BF132D8A}" type="sibTrans" cxnId="{C76F9DA3-C328-4550-8798-5904BBF502AD}">
      <dgm:prSet/>
      <dgm:spPr/>
      <dgm:t>
        <a:bodyPr/>
        <a:lstStyle/>
        <a:p>
          <a:endParaRPr lang="en-IN"/>
        </a:p>
      </dgm:t>
    </dgm:pt>
    <dgm:pt modelId="{0AFC49E4-AEC3-49DF-A41C-8F1914F67A65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database operations</a:t>
          </a:r>
        </a:p>
      </dgm:t>
    </dgm:pt>
    <dgm:pt modelId="{5C7D0E87-4ECF-4FD2-9843-6F36AD34F86D}" type="parTrans" cxnId="{071DAF6D-B40E-4C50-AC7F-DF3A5EEE8DF4}">
      <dgm:prSet/>
      <dgm:spPr/>
      <dgm:t>
        <a:bodyPr/>
        <a:lstStyle/>
        <a:p>
          <a:endParaRPr lang="en-IN"/>
        </a:p>
      </dgm:t>
    </dgm:pt>
    <dgm:pt modelId="{E41751E3-F958-4DD8-ACD8-A20B2330307D}" type="sibTrans" cxnId="{071DAF6D-B40E-4C50-AC7F-DF3A5EEE8DF4}">
      <dgm:prSet/>
      <dgm:spPr/>
      <dgm:t>
        <a:bodyPr/>
        <a:lstStyle/>
        <a:p>
          <a:endParaRPr lang="en-IN"/>
        </a:p>
      </dgm:t>
    </dgm:pt>
    <dgm:pt modelId="{300384F1-2C93-46C8-A929-7F69C71307A9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frontend with backend</a:t>
          </a:r>
        </a:p>
        <a:p>
          <a:pPr>
            <a:buNone/>
          </a:pP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08959D-7DA5-479E-BB72-BAF50B6D4273}" type="parTrans" cxnId="{20061717-CE12-4EB0-8FD9-087AC0329A64}">
      <dgm:prSet/>
      <dgm:spPr/>
      <dgm:t>
        <a:bodyPr/>
        <a:lstStyle/>
        <a:p>
          <a:endParaRPr lang="en-IN"/>
        </a:p>
      </dgm:t>
    </dgm:pt>
    <dgm:pt modelId="{946D3455-C52F-4B35-BA4D-BC3204C4B95B}" type="sibTrans" cxnId="{20061717-CE12-4EB0-8FD9-087AC0329A64}">
      <dgm:prSet/>
      <dgm:spPr/>
      <dgm:t>
        <a:bodyPr/>
        <a:lstStyle/>
        <a:p>
          <a:endParaRPr lang="en-IN"/>
        </a:p>
      </dgm:t>
    </dgm:pt>
    <dgm:pt modelId="{C5D2B8FC-1E04-4A03-ACC1-D523D637258D}">
      <dgm:prSet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Working on real project modules</a:t>
          </a:r>
        </a:p>
      </dgm:t>
    </dgm:pt>
    <dgm:pt modelId="{1F80068D-04DF-41F8-AB63-3E5AA9A4FEE8}" type="parTrans" cxnId="{EE11ADFF-8D0B-4624-BCF0-1E8BF1302AF2}">
      <dgm:prSet/>
      <dgm:spPr/>
      <dgm:t>
        <a:bodyPr/>
        <a:lstStyle/>
        <a:p>
          <a:endParaRPr lang="en-IN"/>
        </a:p>
      </dgm:t>
    </dgm:pt>
    <dgm:pt modelId="{0039067F-A079-448A-9DE2-4DC0AFDAAFF3}" type="sibTrans" cxnId="{EE11ADFF-8D0B-4624-BCF0-1E8BF1302AF2}">
      <dgm:prSet/>
      <dgm:spPr/>
      <dgm:t>
        <a:bodyPr/>
        <a:lstStyle/>
        <a:p>
          <a:endParaRPr lang="en-IN"/>
        </a:p>
      </dgm:t>
    </dgm:pt>
    <dgm:pt modelId="{AB8D1CBE-C5A7-4043-A0A6-7FB8505A6870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 testing and debugging</a:t>
          </a:r>
        </a:p>
        <a:p>
          <a:pPr>
            <a:buNone/>
          </a:pP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3F96EC-63E2-4167-9998-07D80D8F10E5}" type="parTrans" cxnId="{B7C36D41-0248-4669-B372-39C69C86B5D2}">
      <dgm:prSet/>
      <dgm:spPr/>
      <dgm:t>
        <a:bodyPr/>
        <a:lstStyle/>
        <a:p>
          <a:endParaRPr lang="en-IN"/>
        </a:p>
      </dgm:t>
    </dgm:pt>
    <dgm:pt modelId="{49626272-6DD3-4633-BC92-DA180F1EBAC2}" type="sibTrans" cxnId="{B7C36D41-0248-4669-B372-39C69C86B5D2}">
      <dgm:prSet/>
      <dgm:spPr/>
      <dgm:t>
        <a:bodyPr/>
        <a:lstStyle/>
        <a:p>
          <a:endParaRPr lang="en-IN"/>
        </a:p>
      </dgm:t>
    </dgm:pt>
    <dgm:pt modelId="{15621728-D564-488B-8E18-53C977F0A8D0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Improving performance and UI</a:t>
          </a:r>
        </a:p>
        <a:p>
          <a:pPr>
            <a:buNone/>
          </a:pP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ECDDA8-B059-4ACA-9F51-B253E40E2AF6}" type="parTrans" cxnId="{54CAAD1E-A635-48A8-BE85-ECABB2F6857E}">
      <dgm:prSet/>
      <dgm:spPr/>
      <dgm:t>
        <a:bodyPr/>
        <a:lstStyle/>
        <a:p>
          <a:endParaRPr lang="en-IN"/>
        </a:p>
      </dgm:t>
    </dgm:pt>
    <dgm:pt modelId="{F70F0C4E-6C99-4027-888C-EFEDC1032BF1}" type="sibTrans" cxnId="{54CAAD1E-A635-48A8-BE85-ECABB2F6857E}">
      <dgm:prSet/>
      <dgm:spPr/>
      <dgm:t>
        <a:bodyPr/>
        <a:lstStyle/>
        <a:p>
          <a:endParaRPr lang="en-IN"/>
        </a:p>
      </dgm:t>
    </dgm:pt>
    <dgm:pt modelId="{BF03D84E-8553-400A-A269-5B5A1D750483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Feature enhancement</a:t>
          </a:r>
        </a:p>
      </dgm:t>
    </dgm:pt>
    <dgm:pt modelId="{51B99CF5-38BF-4A3F-ADF3-AAE689834F5B}" type="parTrans" cxnId="{B863C495-62A2-4CD2-A9C6-199DCEA8DD91}">
      <dgm:prSet/>
      <dgm:spPr/>
      <dgm:t>
        <a:bodyPr/>
        <a:lstStyle/>
        <a:p>
          <a:endParaRPr lang="en-IN"/>
        </a:p>
      </dgm:t>
    </dgm:pt>
    <dgm:pt modelId="{AA0B9CEF-F506-4D2D-AB96-950B86614735}" type="sibTrans" cxnId="{B863C495-62A2-4CD2-A9C6-199DCEA8DD91}">
      <dgm:prSet/>
      <dgm:spPr/>
      <dgm:t>
        <a:bodyPr/>
        <a:lstStyle/>
        <a:p>
          <a:endParaRPr lang="en-IN"/>
        </a:p>
      </dgm:t>
    </dgm:pt>
    <dgm:pt modelId="{4D6B7B16-466A-4612-A739-80E8DC125375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</a:t>
          </a:r>
        </a:p>
        <a:p>
          <a:pPr>
            <a:buNone/>
          </a:pP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52A707-3A55-4A8A-AC72-05D5FCECEBF2}" type="parTrans" cxnId="{2DA0CC71-111F-4AAB-8403-4009B768199F}">
      <dgm:prSet/>
      <dgm:spPr/>
      <dgm:t>
        <a:bodyPr/>
        <a:lstStyle/>
        <a:p>
          <a:endParaRPr lang="en-IN"/>
        </a:p>
      </dgm:t>
    </dgm:pt>
    <dgm:pt modelId="{D1887921-382F-44CE-BF9C-80611C81D82D}" type="sibTrans" cxnId="{2DA0CC71-111F-4AAB-8403-4009B768199F}">
      <dgm:prSet/>
      <dgm:spPr/>
      <dgm:t>
        <a:bodyPr/>
        <a:lstStyle/>
        <a:p>
          <a:endParaRPr lang="en-IN"/>
        </a:p>
      </dgm:t>
    </dgm:pt>
    <dgm:pt modelId="{C6406E29-274D-4B8B-81F2-1653AC5DCB21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Documentation and deployment</a:t>
          </a:r>
        </a:p>
        <a:p>
          <a:pPr>
            <a:buNone/>
          </a:pP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6E7CBC-F2B6-4FCB-A5AE-A71DCFCB9DA7}" type="parTrans" cxnId="{1D6C61D7-77FD-4C78-8EFF-B0BAAD85E6C5}">
      <dgm:prSet/>
      <dgm:spPr/>
      <dgm:t>
        <a:bodyPr/>
        <a:lstStyle/>
        <a:p>
          <a:endParaRPr lang="en-IN"/>
        </a:p>
      </dgm:t>
    </dgm:pt>
    <dgm:pt modelId="{C16DC2D6-7572-4A29-9E1B-20F5DD2B1DB3}" type="sibTrans" cxnId="{1D6C61D7-77FD-4C78-8EFF-B0BAAD85E6C5}">
      <dgm:prSet/>
      <dgm:spPr/>
      <dgm:t>
        <a:bodyPr/>
        <a:lstStyle/>
        <a:p>
          <a:endParaRPr lang="en-IN"/>
        </a:p>
      </dgm:t>
    </dgm:pt>
    <dgm:pt modelId="{1F8D0A9C-80D6-4032-9C60-2D309EF3B331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Final project demonstration</a:t>
          </a:r>
        </a:p>
      </dgm:t>
    </dgm:pt>
    <dgm:pt modelId="{E025925B-2F59-4AFE-98B0-135936DB7435}" type="parTrans" cxnId="{125ABEF7-7233-4234-816A-D50ED3A74195}">
      <dgm:prSet/>
      <dgm:spPr/>
      <dgm:t>
        <a:bodyPr/>
        <a:lstStyle/>
        <a:p>
          <a:endParaRPr lang="en-IN"/>
        </a:p>
      </dgm:t>
    </dgm:pt>
    <dgm:pt modelId="{083B4D52-7E90-4901-B522-3C5E84819D29}" type="sibTrans" cxnId="{125ABEF7-7233-4234-816A-D50ED3A7419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0DC49C02-ED7A-4C53-AB6E-D7DB1BD4B190}" type="presOf" srcId="{6C4BD321-E65D-4C22-A85E-348B8D98B579}" destId="{A134CDD1-D85F-44EF-8BEE-9F99A855C1E6}" srcOrd="0" destOrd="2" presId="urn:microsoft.com/office/officeart/2011/layout/InterconnectedBlockProcess"/>
    <dgm:cxn modelId="{650CFD04-65A3-4446-930B-B8658427A4FF}" type="presOf" srcId="{DE3CF188-EFAB-4474-9F95-94FEF5880CEA}" destId="{06F8D57B-EDF4-4CF4-8700-DC2CA3E3028E}" srcOrd="0" destOrd="1" presId="urn:microsoft.com/office/officeart/2011/layout/InterconnectedBlockProcess"/>
    <dgm:cxn modelId="{4115D405-24F4-4902-9C93-51996D2B14DE}" type="presOf" srcId="{C5D2B8FC-1E04-4A03-ACC1-D523D637258D}" destId="{0D08ED52-6744-4369-B780-916B09984775}" srcOrd="1" destOrd="2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20061717-CE12-4EB0-8FD9-087AC0329A64}" srcId="{A59EC69B-8F3F-425B-819F-E8C557946AEE}" destId="{300384F1-2C93-46C8-A929-7F69C71307A9}" srcOrd="1" destOrd="0" parTransId="{5008959D-7DA5-479E-BB72-BAF50B6D4273}" sibTransId="{946D3455-C52F-4B35-BA4D-BC3204C4B95B}"/>
    <dgm:cxn modelId="{54CAAD1E-A635-48A8-BE85-ECABB2F6857E}" srcId="{5E92505A-51E0-4F78-B3C5-704ACF8710DE}" destId="{15621728-D564-488B-8E18-53C977F0A8D0}" srcOrd="1" destOrd="0" parTransId="{F0ECDDA8-B059-4ACA-9F51-B253E40E2AF6}" sibTransId="{F70F0C4E-6C99-4027-888C-EFEDC1032BF1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E0AB7F26-FDEE-4850-8B2B-FAB89D4F9F00}" type="presOf" srcId="{1F8D0A9C-80D6-4032-9C60-2D309EF3B331}" destId="{928B615F-0F8D-4140-A638-0FBB8F5BF1E9}" srcOrd="1" destOrd="2" presId="urn:microsoft.com/office/officeart/2011/layout/InterconnectedBlockProcess"/>
    <dgm:cxn modelId="{876CAA29-5FDB-459C-9CB6-C4B576E3268B}" type="presOf" srcId="{BF03D84E-8553-400A-A269-5B5A1D750483}" destId="{98225A61-A0EC-450A-BED8-EF2E47E8FD18}" srcOrd="1" destOrd="2" presId="urn:microsoft.com/office/officeart/2011/layout/InterconnectedBlockProcess"/>
    <dgm:cxn modelId="{D9C1D030-A0C0-46BF-9D66-59DE07950DAF}" srcId="{988D96B0-D16E-4763-B393-84178CF4FF50}" destId="{1C76D3A4-CB1A-4C09-98AB-222E17C82028}" srcOrd="1" destOrd="0" parTransId="{8C23ED1D-2638-42A7-88E7-DEBBCB4DF8E9}" sibTransId="{04336D21-2DC6-45B2-A21A-A019DDD06681}"/>
    <dgm:cxn modelId="{809A9733-54A4-4921-B3B3-39E439B467CC}" type="presOf" srcId="{6C4BD321-E65D-4C22-A85E-348B8D98B579}" destId="{1C91D7E3-8940-4A33-9182-677DD5415901}" srcOrd="1" destOrd="2" presId="urn:microsoft.com/office/officeart/2011/layout/InterconnectedBlockProcess"/>
    <dgm:cxn modelId="{2FAB863A-0188-4397-BE49-CC6A8D1B3FF0}" type="presOf" srcId="{AB8D1CBE-C5A7-4043-A0A6-7FB8505A6870}" destId="{98225A61-A0EC-450A-BED8-EF2E47E8FD18}" srcOrd="1" destOrd="0" presId="urn:microsoft.com/office/officeart/2011/layout/InterconnectedBlockProcess"/>
    <dgm:cxn modelId="{A972B73B-E816-47BC-9255-B0CAB200C133}" srcId="{988D96B0-D16E-4763-B393-84178CF4FF50}" destId="{6C4BD321-E65D-4C22-A85E-348B8D98B579}" srcOrd="2" destOrd="0" parTransId="{3C1A0327-4270-4239-8EAE-582F77EA22EC}" sibTransId="{490065B5-857F-40FC-B557-D091C15E4913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B7C36D41-0248-4669-B372-39C69C86B5D2}" srcId="{5E92505A-51E0-4F78-B3C5-704ACF8710DE}" destId="{AB8D1CBE-C5A7-4043-A0A6-7FB8505A6870}" srcOrd="0" destOrd="0" parTransId="{763F96EC-63E2-4167-9998-07D80D8F10E5}" sibTransId="{49626272-6DD3-4633-BC92-DA180F1EBAC2}"/>
    <dgm:cxn modelId="{071DAF6D-B40E-4C50-AC7F-DF3A5EEE8DF4}" srcId="{7B3055AA-BF7C-46D0-9A9E-60087B9F57B4}" destId="{0AFC49E4-AEC3-49DF-A41C-8F1914F67A65}" srcOrd="2" destOrd="0" parTransId="{5C7D0E87-4ECF-4FD2-9843-6F36AD34F86D}" sibTransId="{E41751E3-F958-4DD8-ACD8-A20B2330307D}"/>
    <dgm:cxn modelId="{2DA0CC71-111F-4AAB-8403-4009B768199F}" srcId="{65C051F6-A849-4495-A964-CD4C650B9C06}" destId="{4D6B7B16-466A-4612-A739-80E8DC125375}" srcOrd="0" destOrd="0" parTransId="{3D52A707-3A55-4A8A-AC72-05D5FCECEBF2}" sibTransId="{D1887921-382F-44CE-BF9C-80611C81D82D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93C07576-9097-42EF-A9B9-05EF4EAEB6C1}" type="presOf" srcId="{AB8D1CBE-C5A7-4043-A0A6-7FB8505A6870}" destId="{FC0F1314-3294-4A8C-8DCE-EB53E236164C}" srcOrd="0" destOrd="0" presId="urn:microsoft.com/office/officeart/2011/layout/InterconnectedBlockProcess"/>
    <dgm:cxn modelId="{13540B59-C598-496C-AFFB-6509574AE595}" type="presOf" srcId="{C6406E29-274D-4B8B-81F2-1653AC5DCB21}" destId="{928B615F-0F8D-4140-A638-0FBB8F5BF1E9}" srcOrd="1" destOrd="1" presId="urn:microsoft.com/office/officeart/2011/layout/InterconnectedBlockProcess"/>
    <dgm:cxn modelId="{15FC5579-7BFE-4F9D-85CA-D6FCD9C0ABC9}" type="presOf" srcId="{C5D2B8FC-1E04-4A03-ACC1-D523D637258D}" destId="{2532504F-5FE1-4C97-B485-F05E8885EACC}" srcOrd="0" destOrd="2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91F58D7B-D97C-472A-B005-4E15D2B1E494}" type="presOf" srcId="{C6406E29-274D-4B8B-81F2-1653AC5DCB21}" destId="{8CAE5A4D-0C7B-48A6-917B-0B8433D0574B}" srcOrd="0" destOrd="1" presId="urn:microsoft.com/office/officeart/2011/layout/InterconnectedBlockProcess"/>
    <dgm:cxn modelId="{DFB42682-E189-4B69-91F4-9D48B23A7A50}" type="presOf" srcId="{0AFC49E4-AEC3-49DF-A41C-8F1914F67A65}" destId="{6BCCFBA6-7A43-4631-AD7F-AFB10E1E6CD7}" srcOrd="1" destOrd="2" presId="urn:microsoft.com/office/officeart/2011/layout/InterconnectedBlockProcess"/>
    <dgm:cxn modelId="{A1330B83-38EC-486C-A6D1-7BBA6E48B077}" type="presOf" srcId="{1C76D3A4-CB1A-4C09-98AB-222E17C82028}" destId="{A134CDD1-D85F-44EF-8BEE-9F99A855C1E6}" srcOrd="0" destOrd="1" presId="urn:microsoft.com/office/officeart/2011/layout/InterconnectedBlockProcess"/>
    <dgm:cxn modelId="{D1DD3988-8D44-43AE-B397-CD06B63AF628}" type="presOf" srcId="{DE3CF188-EFAB-4474-9F95-94FEF5880CEA}" destId="{6BCCFBA6-7A43-4631-AD7F-AFB10E1E6CD7}" srcOrd="1" destOrd="1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BC3ABA8A-8993-4D59-9567-7A8721FBDB14}" type="presOf" srcId="{1C76D3A4-CB1A-4C09-98AB-222E17C82028}" destId="{1C91D7E3-8940-4A33-9182-677DD5415901}" srcOrd="1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863C495-62A2-4CD2-A9C6-199DCEA8DD91}" srcId="{5E92505A-51E0-4F78-B3C5-704ACF8710DE}" destId="{BF03D84E-8553-400A-A269-5B5A1D750483}" srcOrd="2" destOrd="0" parTransId="{51B99CF5-38BF-4A3F-ADF3-AAE689834F5B}" sibTransId="{AA0B9CEF-F506-4D2D-AB96-950B86614735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4A9A109C-C260-4BC0-839F-3EC93A7B0BA6}" type="presOf" srcId="{15621728-D564-488B-8E18-53C977F0A8D0}" destId="{FC0F1314-3294-4A8C-8DCE-EB53E236164C}" srcOrd="0" destOrd="1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6398E7A0-A4A6-4284-A2F2-96D574840D9A}" type="presOf" srcId="{300384F1-2C93-46C8-A929-7F69C71307A9}" destId="{0D08ED52-6744-4369-B780-916B09984775}" srcOrd="1" destOrd="1" presId="urn:microsoft.com/office/officeart/2011/layout/InterconnectedBlockProcess"/>
    <dgm:cxn modelId="{C76F9DA3-C328-4550-8798-5904BBF502AD}" srcId="{7B3055AA-BF7C-46D0-9A9E-60087B9F57B4}" destId="{DE3CF188-EFAB-4474-9F95-94FEF5880CEA}" srcOrd="1" destOrd="0" parTransId="{ECC88282-1277-45B7-9A4F-9F8F4433A535}" sibTransId="{7E7A6C01-DEC9-407B-9DDE-D4A4BF132D8A}"/>
    <dgm:cxn modelId="{9890AEAD-E5C1-4ACB-8E66-E9B94D88F172}" type="presOf" srcId="{BF03D84E-8553-400A-A269-5B5A1D750483}" destId="{FC0F1314-3294-4A8C-8DCE-EB53E236164C}" srcOrd="0" destOrd="2" presId="urn:microsoft.com/office/officeart/2011/layout/InterconnectedBlockProcess"/>
    <dgm:cxn modelId="{3206DBB6-3342-4A86-B0F1-5A044C46E56A}" type="presOf" srcId="{300384F1-2C93-46C8-A929-7F69C71307A9}" destId="{2532504F-5FE1-4C97-B485-F05E8885EACC}" srcOrd="0" destOrd="1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7EFC25BF-FB7D-4032-AD62-84A473B8E4A7}" type="presOf" srcId="{1F8D0A9C-80D6-4032-9C60-2D309EF3B331}" destId="{8CAE5A4D-0C7B-48A6-917B-0B8433D0574B}" srcOrd="0" destOrd="2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1D6C61D7-77FD-4C78-8EFF-B0BAAD85E6C5}" srcId="{65C051F6-A849-4495-A964-CD4C650B9C06}" destId="{C6406E29-274D-4B8B-81F2-1653AC5DCB21}" srcOrd="1" destOrd="0" parTransId="{426E7CBC-F2B6-4FCB-A5AE-A71DCFCB9DA7}" sibTransId="{C16DC2D6-7572-4A29-9E1B-20F5DD2B1DB3}"/>
    <dgm:cxn modelId="{0F80BBD7-3659-457F-8168-9C241E355352}" type="presOf" srcId="{0AFC49E4-AEC3-49DF-A41C-8F1914F67A65}" destId="{06F8D57B-EDF4-4CF4-8700-DC2CA3E3028E}" srcOrd="0" destOrd="2" presId="urn:microsoft.com/office/officeart/2011/layout/InterconnectedBlockProcess"/>
    <dgm:cxn modelId="{1BEC27D9-3066-46B9-83CC-3688775038BA}" type="presOf" srcId="{4D6B7B16-466A-4612-A739-80E8DC125375}" destId="{928B615F-0F8D-4140-A638-0FBB8F5BF1E9}" srcOrd="1" destOrd="0" presId="urn:microsoft.com/office/officeart/2011/layout/InterconnectedBlockProcess"/>
    <dgm:cxn modelId="{FDC81CE4-DFBC-4BE6-A545-B391AFA793CF}" type="presOf" srcId="{15621728-D564-488B-8E18-53C977F0A8D0}" destId="{98225A61-A0EC-450A-BED8-EF2E47E8FD18}" srcOrd="1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67BD84EF-5B52-4D63-8760-8474C077EB58}" type="presOf" srcId="{4D6B7B16-466A-4612-A739-80E8DC125375}" destId="{8CAE5A4D-0C7B-48A6-917B-0B8433D0574B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125ABEF7-7233-4234-816A-D50ED3A74195}" srcId="{65C051F6-A849-4495-A964-CD4C650B9C06}" destId="{1F8D0A9C-80D6-4032-9C60-2D309EF3B331}" srcOrd="2" destOrd="0" parTransId="{E025925B-2F59-4AFE-98B0-135936DB7435}" sibTransId="{083B4D52-7E90-4901-B522-3C5E84819D29}"/>
    <dgm:cxn modelId="{EE11ADFF-8D0B-4624-BCF0-1E8BF1302AF2}" srcId="{A59EC69B-8F3F-425B-819F-E8C557946AEE}" destId="{C5D2B8FC-1E04-4A03-ACC1-D523D637258D}" srcOrd="2" destOrd="0" parTransId="{1F80068D-04DF-41F8-AB63-3E5AA9A4FEE8}" sibTransId="{0039067F-A079-448A-9DE2-4DC0AFDAAFF3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Documentation and deployment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project demonstration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 testing and debugging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Improving performance and UI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enhancement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development using Laravel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frontend with backend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Working on real project modules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 tasks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Working with backend basics (PHP, MySQL)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database operations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Company orientation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project requirements</a:t>
          </a: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basics of HTML, CSS, JavaScript, PH</a:t>
          </a:r>
          <a:r>
            <a:rPr lang="en-US" sz="1300" kern="1200" dirty="0"/>
            <a:t>P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16/01/2026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Under the Supervision of,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Dr./Mr./Ms./Prof.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Rama Bai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Professor / Associate Professor / Assistant Professor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Presidency School of CSE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Program: </a:t>
            </a:r>
            <a:r>
              <a:rPr lang="en-US" sz="2000" b="1" i="0" u="none" strike="noStrike" cap="none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B.Tech</a:t>
            </a:r>
            <a:endParaRPr lang="en-US" sz="2000" b="1" i="0" u="none" strike="noStrike" cap="none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HoD: </a:t>
            </a: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Mohammed Asif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Shakthi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School Internship Coordinator: </a:t>
            </a: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11456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Harshan T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Angika Technologies Private Limited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412"/>
            <a:ext cx="10515600" cy="4193176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Angika Technologies Private Limited is a software development and digital solutions company based in Bengaluru, Karnataka, India. The company was incorporated in 2015 as a private limited organization and is registered under the Registrar of Companies (ROC), Bangalore.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Angika Technologies focuses on delivering technology-driven solutions that help businesses improve their digital presence and operational efficiency. The company works with modern web technologies, digital marketing strategies, and customized IT solutions to address real-world business requirements.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strong emphasis on quality, innovation, and client satisfaction, Angika Technologies supports organizations in adapting to the evolving digital landscape through reliable and scalable solutions.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31785-AE4F-AC55-905A-3B98B651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2A1CC-B41A-5619-F104-2B9A5110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0256E-BEDD-855C-5765-8A1578E46628}"/>
              </a:ext>
            </a:extLst>
          </p:cNvPr>
          <p:cNvSpPr txBox="1"/>
          <p:nvPr/>
        </p:nvSpPr>
        <p:spPr>
          <a:xfrm>
            <a:off x="767751" y="1009290"/>
            <a:ext cx="110245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Angika Technologies Private Limited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comprehensive range of IT and digital services designed to meet the diverse needs of businesses.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&amp;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Development of responsive, user-friendly, and customized websites using modern web technologies.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Services including SEO, PPC, social media marketing, and brand strategy to enhance online visibility and reach.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Design and development of mobile applications for Android and iOS platforms.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Solutions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Building scalable and secure online platforms for business transactions.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Web Application Development – Custom software and web applications tailored to client requirements.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Testing &amp;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Ensuring application quality, performance, and ongoing maintenance.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follows a creative and technology-driven approach, focusing on delivering reliable, scalable, and efficient solutions that help businesses improve their online presence and operational efficiency.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EAFE1-0C57-1B1C-F922-51358C569AF5}"/>
              </a:ext>
            </a:extLst>
          </p:cNvPr>
          <p:cNvSpPr txBox="1"/>
          <p:nvPr/>
        </p:nvSpPr>
        <p:spPr>
          <a:xfrm>
            <a:off x="767751" y="276045"/>
            <a:ext cx="749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&amp; Expertise</a:t>
            </a:r>
          </a:p>
        </p:txBody>
      </p:sp>
    </p:spTree>
    <p:extLst>
      <p:ext uri="{BB962C8B-B14F-4D97-AF65-F5344CB8AC3E}">
        <p14:creationId xmlns:p14="http://schemas.microsoft.com/office/powerpoint/2010/main" val="125494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852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/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192"/>
            <a:ext cx="10945483" cy="55838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 Full Stack Web Development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Angika Technologies Private Limited, I am working in the domain of Full Stack Web Development. This domain involves both front-end and back-end development, enabling the creation of complete, dynamic, and user-friendly web applications.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structuring web pages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styling and responsive design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client-side interactivity and dynamic content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Server-side scripting for backend logic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PHP framework used for building secure and scalable web applications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Relational database used for data storage and management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Content Management System used for website development and customization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My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Angika Technologies Private Limited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 am working as part of a collaborative development team that follows a structured workflow.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consists of a Project Manager / Team Lead, Senior Developers, Frontend Developers, and Interns.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team members handle project planning, system design, and development, while interns work alongside developers on both frontend and backend tasks, assisting in development and testing activities.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is involved in web application and website development projects based on client requirements and business objectives.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Project Manager / Team Lead and receive regular guidance and feedback, which helps improve my technical knowledge and professional skills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B57BF6-030C-007A-D720-90D6E322B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8594"/>
            <a:ext cx="988443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a Suitable Internship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Identifying a company that aligns with my academic background and internship requirements.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Cracking the Interview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Preparing technical basics and explaining skills confidently during the interview process.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Adapting to the Work Environment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Understanding professional work culture, tools, and development workflow.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New Technologies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Gaining hands-on experience with new frameworks and tools within a limited 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Coordination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Communicating effectively and adjusting to collaborative team-based development.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76EBCF2-664E-2070-3522-BB33178099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3588"/>
            <a:ext cx="916844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user-friendly web applications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modern technologies.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and backend functionalities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per project requirements.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development workflow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industry practices.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problem-solving, coding, and debugging skills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academic knowledge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project implementation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452710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https://github.com/Riderharshan/Final_Internship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7099</TotalTime>
  <Words>931</Words>
  <Application>Microsoft Office PowerPoint</Application>
  <PresentationFormat>Widescreen</PresentationFormat>
  <Paragraphs>108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Verdana</vt:lpstr>
      <vt:lpstr>Wingdings</vt:lpstr>
      <vt:lpstr>Office Theme</vt:lpstr>
      <vt:lpstr>PowerPoint Presentation</vt:lpstr>
      <vt:lpstr>Content</vt:lpstr>
      <vt:lpstr>About Angika Technologies Private Limited </vt:lpstr>
      <vt:lpstr>PowerPoint Presentation</vt:lpstr>
      <vt:lpstr>Working domain / technology</vt:lpstr>
      <vt:lpstr>About My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Rider Harshan</cp:lastModifiedBy>
  <cp:revision>722</cp:revision>
  <dcterms:created xsi:type="dcterms:W3CDTF">2022-10-14T07:18:17Z</dcterms:created>
  <dcterms:modified xsi:type="dcterms:W3CDTF">2026-01-16T05:06:50Z</dcterms:modified>
</cp:coreProperties>
</file>